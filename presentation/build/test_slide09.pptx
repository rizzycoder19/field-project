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SCRIPT (35s):
A rigorous scientific presentation must define its boundaries clearly.
We state five explicit limitations:
1. Surveillance data reflects investigated clusters, not community incidence.
2. We make no causal claims — we report calendar clustering without meteorological co-modeling.
3. Diagnostic thresholds vary, including syndromic versus confirmed classifications.
4. 2026 data is truncated at Week 32, precluding full-year evaluation for late-season diseases like Dengue.
5. The dataset reflects public health surveillance records; private clinic treatments are outside its scope.
DEFENSE STRENGTH: Stating these boundaries proactively demonstrates mature scientific methodology and statistical integrity to the viva examiners.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EPIDEMIOLOGICAL METHODOLOGY  //  RESEARCH BOUNDARIES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Methodological Boundaries of This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scientific scope constraints ensuring academic rigor and defensibility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25296"/>
            <a:ext cx="7680960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7680960" cy="594360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53312"/>
            <a:ext cx="0" cy="59436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26464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42646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SURVEILLANCE ≠ POPULATION INCIDENCE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51960" y="1426464"/>
            <a:ext cx="4023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outbreak bulletins capture officially investigated disease clusters through passive administrative channels. Mild, treated-at-home, or uninvestigated endemic cases across the broader community are not enumerated.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020824"/>
            <a:ext cx="7680960" cy="594360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020824"/>
            <a:ext cx="0" cy="59436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93976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09397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CAUSAL OR CLIMATE ATTRIBUTION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51960" y="2093976"/>
            <a:ext cx="4023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identifies observed calendar-month outbreak concentrations only. Meteorological covariates (precipitation, humidity, temperature) were not co-modeled, precluding direct causal attribution to weather variables.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688336"/>
            <a:ext cx="7680960" cy="594360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688336"/>
            <a:ext cx="0" cy="59436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61488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27614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 &amp; REPORTING HETEROGENEITY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51960" y="2761488"/>
            <a:ext cx="4023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thresholds vary across districts and seasons. Clinical syndromic labels (e.g. 'Suspected' food poisoning) coexist with serologically confirmed entries in source PDFs, producing inherent reporting variance.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3355848"/>
            <a:ext cx="7680960" cy="594360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355848"/>
            <a:ext cx="0" cy="59436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2900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25880" y="34290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TRUNCATION (2026 SURVEILLANCE)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51960" y="3429000"/>
            <a:ext cx="4023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dataset spans Weeks 01–32 only. Diseases exhibiting second-half seasonal surge dynamics (notably Dengue, where 55.4% of historical events occur after W32) cannot be evaluated across this truncated window.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023360"/>
            <a:ext cx="0" cy="59436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09651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25880" y="40965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INSTITUTIONAL SURVEILLANCE SCOPE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4096512"/>
            <a:ext cx="4023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records capture public-sector investigation alerts. Outpatient consultations and private-sector clinical encounters that do not trigger formal IDSP rapid-response team deployments are not captured in these data.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METHODOLOGICAL BOUNDARIES // RP INSTITUTE // B.SC. DATA SCIENCE VIVA DEFENSE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49808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2026-10-02T17:40:30Z</dcterms:created>
  <dcterms:modified xsi:type="dcterms:W3CDTF">2026-10-02T17:40:30Z</dcterms:modified>
</cp:coreProperties>
</file>