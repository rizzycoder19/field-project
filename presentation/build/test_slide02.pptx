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Our research addresses one precise scientific inquiry: What seasonal patterns are evident in selected disease outbreak reports in Maharashtra?
To answer this with data-scientific rigor, we evaluate three analytical lenses:
1. Temporal concentration — calculating exact calendar-month clustering via 3-month concentration ratios (CR3).
2. Inter-annual stability — determining whether seasonal profiles repeat across years using Kendall's W concordance.
3. Event frequency versus case volume divergence — isolating how single mass-case events can distort monthly totals.
DEFENSE NOTE: This is framed as an administrative surveillance study. We do not hypothesize or claim biological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 RESEARCH QUESTION  //  ANALYTICAL FRAMEWORK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Investigating Outbreak Seasonality in Maharashtra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7680960" cy="1783080"/>
          </a:xfrm>
          <a:prstGeom prst="rect">
            <a:avLst/>
          </a:prstGeom>
          <a:solidFill>
            <a:srgbClr val="1627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8930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RESEARCH INQUIRY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7132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seasonal patterns are evident in selected disease outbreak reports in Maharashtra, and how do these patterns vary across diseases and seasons?”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090672"/>
            <a:ext cx="2450592" cy="148132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0672"/>
            <a:ext cx="2450592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00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32186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CONCENTRATION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341985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Concentration Ratio (CR3)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21762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30752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outbreak events cluster within specific calendar months or disperse uniformly across the surveillance year.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46704" y="3090672"/>
            <a:ext cx="2450592" cy="148132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3090672"/>
            <a:ext cx="2450592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3200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32504" y="32186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INTER-ANNUAL STABILITY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32504" y="341985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Kendall’s W Coefficient of Concordance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83864" y="3657600"/>
            <a:ext cx="21762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3730752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monthly disease ranking repeats reliably across four completed years (2022–2025) or exhibits volatile, random shifts.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61888" y="3090672"/>
            <a:ext cx="2450592" cy="148132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3090672"/>
            <a:ext cx="2450592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3200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47688" y="32186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/ VOLUME DIVERGENCE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47688" y="341985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Outlier Decomposition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99048" y="3657600"/>
            <a:ext cx="21762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3730752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how isolated mass-exposure outbreaks distort aggregate case volumes without altering underlying event frequency distributions.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METHODOLOGY // RP INSTITUTE // B.SC. DATA SCIENCE VIVA DEFENSE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2026-10-02T17:40:29Z</dcterms:created>
  <dcterms:modified xsi:type="dcterms:W3CDTF">2026-10-02T17:40:29Z</dcterms:modified>
</cp:coreProperties>
</file>