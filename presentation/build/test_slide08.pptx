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SCRIPT (35s):
We evaluate 2026 strictly as an out-of-sample surveillance comparison covering Weeks 01 to 32. It cannot be directly compared to full calendar years.
Two critical observations emerge:
First, Dengue recorded only 6 events. This does not indicate a true disease decline — historical baseline analysis shows 55.4% of Dengue outbreaks occur after Week 32.
Second, Food Poisoning recorded 19 events, higher than the historical early-year mean. Crucially, 100% of these records were classified as 'Suspected' in source bulletins.
WHAT NOT TO SAY: Do not say '2026 confirms our model' or 'This proves disease decline.' It is a partial-year observation demonstrating surveillance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OUT-OF-SAMPLE COMPARISON  //  PARTIAL-YEAR SURVEILLANCE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" y="493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Surveillance Check (Weeks 01–32)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out-of-sample data under explicit temporal truncation boundaries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25296"/>
            <a:ext cx="7680960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53312"/>
            <a:ext cx="4069080" cy="3218688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53312"/>
            <a:ext cx="406908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444752"/>
            <a:ext cx="3776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PARTIAL-YEAR WINDOW  //  WEEKS 01–32 ONLY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77824" y="162763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77824" y="202996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77824" y="21945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W01–W32 primary cohort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39696" y="162763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1,118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39696" y="202996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39696" y="21945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 in clusters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01568" y="162763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01568" y="202996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01568" y="21945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cohort to W32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77824" y="2432304"/>
            <a:ext cx="3776472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2523744"/>
            <a:ext cx="3776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DENGUE  //  TEMPORAL TRUNCATION BIAS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77824" y="2706624"/>
            <a:ext cx="3776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Dengue recorded 6 events (36 cases) up to Week 32. However, four-year baseline data demonstrates that 55.4% of all Dengue outbreaks occur after Week 32 (Sep–Dec). The 2026 observation window terminates before the historical surge window opens; week-32 totals are thus inherently incomplete.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77824" y="3328416"/>
            <a:ext cx="3776472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419856"/>
            <a:ext cx="3776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3E5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FOOD POISONING  //  DIAGNOSTIC CLASSIFICATION EFFECT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77824" y="3602736"/>
            <a:ext cx="3776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Poisoning recorded 19 events (375 cases) in W01–W32, exceeding the historical early-year mean of 12.8 events (+49.0%). Notably, 100% of these 19 records were labeled 'Suspected' in source PDFs, indicating how syndromic reporting thresholds impact surveillance counts.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77824" y="4169664"/>
            <a:ext cx="3776472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4242816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2026 data is an out-of-sample check, not a validation or forecast.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937760" y="1353312"/>
            <a:ext cx="3474720" cy="3218688"/>
          </a:xfrm>
          <a:prstGeom prst="rect">
            <a:avLst/>
          </a:prstGeom>
          <a:solidFill>
            <a:srgbClr val="0C162E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4264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EXHIBIT: 2026 SURVEILLANCE COMPARISON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074920" y="1645920"/>
            <a:ext cx="320040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1E2D4A"/>
            </a:solidFill>
            <a:prstDash val="solid"/>
          </a:ln>
        </p:spPr>
      </p:sp>
      <p:pic>
        <p:nvPicPr>
          <p:cNvPr id="29" name="Image 0" descr="C:\Users\ADMIN\OneDrive\Desktop\Field Project\data_pipeline\phase5C_advanced_analysis\chart_2026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1682496"/>
            <a:ext cx="3145536" cy="24688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074920" y="42428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2026 W01–W32 event counts compared to historical 2022–2025 baseline (Phase 5C Analysis).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731520" y="4773168"/>
            <a:ext cx="7680960" cy="0"/>
          </a:xfrm>
          <a:prstGeom prst="line">
            <a:avLst/>
          </a:prstGeom>
          <a:noFill/>
          <a:ln w="9525">
            <a:solidFill>
              <a:srgbClr val="1E2D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1520" y="484632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PHASE 5C OUT-OF-SAMPLE SURVEILLANCE COMPARISON | 2026 W01–W32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49808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2026-10-02T17:40:30Z</dcterms:created>
  <dcterms:modified xsi:type="dcterms:W3CDTF">2026-10-02T17:40:30Z</dcterms:modified>
</cp:coreProperties>
</file>